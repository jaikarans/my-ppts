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4400" spc="-1" strike="noStrike">
              <a:latin typeface="Noto San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Noto Sans"/>
              </a:rPr>
              <a:t>Click to edit the title text format</a:t>
            </a:r>
            <a:endParaRPr b="0" lang="en-IN" sz="1800" spc="-1" strike="noStrike">
              <a:latin typeface="Noto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Click to edit the outline text format</a:t>
            </a:r>
            <a:endParaRPr b="0" lang="en-IN" sz="3200" spc="-1" strike="noStrike"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Noto Sans"/>
              </a:rPr>
              <a:t>Second Outline Level</a:t>
            </a:r>
            <a:endParaRPr b="0" lang="en-IN" sz="2800" spc="-1" strike="noStrike"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Noto Sans"/>
              </a:rPr>
              <a:t>Third Outline Level</a:t>
            </a:r>
            <a:endParaRPr b="0" lang="en-IN" sz="2400" spc="-1" strike="noStrike"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Noto Sans"/>
              </a:rPr>
              <a:t>Fourth Outline Level</a:t>
            </a:r>
            <a:endParaRPr b="0" lang="en-IN" sz="2000" spc="-1" strike="noStrike"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Noto Sans"/>
              </a:rPr>
              <a:t>Fifth Outline Level</a:t>
            </a:r>
            <a:endParaRPr b="0" lang="en-IN" sz="2000" spc="-1" strike="noStrike"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Noto Sans"/>
              </a:rPr>
              <a:t>Sixth Outline Level</a:t>
            </a:r>
            <a:endParaRPr b="0" lang="en-IN" sz="2000" spc="-1" strike="noStrike"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Noto Sans"/>
              </a:rPr>
              <a:t>Seventh Outline Level</a:t>
            </a:r>
            <a:endParaRPr b="0" lang="en-IN" sz="2000" spc="-1" strike="noStrike"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Noto Sans"/>
              </a:rPr>
              <a:t>Click to edit the title text format</a:t>
            </a:r>
            <a:endParaRPr b="0" lang="en-IN" sz="1800" spc="-1" strike="noStrike">
              <a:latin typeface="Noto San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Noto Sans"/>
              </a:rPr>
              <a:t>Click to edit the outline text format</a:t>
            </a:r>
            <a:endParaRPr b="0" lang="en-IN" sz="1800" spc="-1" strike="noStrike"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Noto Sans"/>
              </a:rPr>
              <a:t>Second Outline Level</a:t>
            </a:r>
            <a:endParaRPr b="0" lang="en-IN" sz="1800" spc="-1" strike="noStrike"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Noto Sans"/>
              </a:rPr>
              <a:t>Third Outline Level</a:t>
            </a:r>
            <a:endParaRPr b="0" lang="en-IN" sz="1800" spc="-1" strike="noStrike"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latin typeface="Noto Sans"/>
              </a:rPr>
              <a:t>Fourth Outline Level</a:t>
            </a:r>
            <a:endParaRPr b="0" lang="en-IN" sz="1800" spc="-1" strike="noStrike"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Noto Sans"/>
              </a:rPr>
              <a:t>Fifth Outline Level</a:t>
            </a:r>
            <a:endParaRPr b="0" lang="en-IN" sz="1800" spc="-1" strike="noStrike"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Noto Sans"/>
              </a:rPr>
              <a:t>Sixth Outline Level</a:t>
            </a:r>
            <a:endParaRPr b="0" lang="en-IN" sz="1800" spc="-1" strike="noStrike"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latin typeface="Noto Sans"/>
              </a:rPr>
              <a:t>Seventh Outline Level</a:t>
            </a:r>
            <a:endParaRPr b="0" lang="en-IN" sz="1800" spc="-1" strike="noStrike"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mailto:jaikrns@gmail.com" TargetMode="External"/><Relationship Id="rId2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600480"/>
            <a:ext cx="1007964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4400" spc="-1" strike="noStrike">
                <a:latin typeface="Noto Sans"/>
              </a:rPr>
              <a:t>Origin and Evolution of Popular Programming Languages</a:t>
            </a:r>
            <a:endParaRPr b="0" lang="en-IN" sz="4400" spc="-1" strike="noStrike"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504000" y="4614840"/>
            <a:ext cx="907128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3200" spc="-1" strike="noStrike">
                <a:latin typeface="Noto Sans"/>
              </a:rPr>
              <a:t>By – Jaikaran Saini</a:t>
            </a:r>
            <a:endParaRPr b="0" lang="en-IN" sz="3200" spc="-1" strike="noStrike"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IN" sz="4400" spc="-1" strike="noStrike">
                <a:latin typeface="Noto Sans"/>
              </a:rPr>
              <a:t>Main Menu</a:t>
            </a:r>
            <a:endParaRPr b="0" lang="en-IN" sz="4400" spc="-1" strike="noStrike"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Objective</a:t>
            </a:r>
            <a:endParaRPr b="0" lang="en-IN" sz="3200" spc="-1" strike="noStrike">
              <a:latin typeface="Noto Sans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History and Timeline</a:t>
            </a:r>
            <a:endParaRPr b="0" lang="en-IN" sz="3200" spc="-1" strike="noStrike">
              <a:latin typeface="Noto Sans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Reasons for new Language</a:t>
            </a:r>
            <a:endParaRPr b="0" lang="en-IN" sz="3200" spc="-1" strike="noStrike">
              <a:latin typeface="Noto Sans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Conclusions</a:t>
            </a:r>
            <a:endParaRPr b="0" lang="en-IN" sz="3200" spc="-1" strike="noStrike"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1"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Noto Sans"/>
              </a:rPr>
              <a:t>Objectives</a:t>
            </a:r>
            <a:endParaRPr b="0" lang="en-IN" sz="4400" spc="-1" strike="noStrike">
              <a:latin typeface="Noto Sans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Know the Technical difference between two Languages.</a:t>
            </a:r>
            <a:endParaRPr b="0" lang="en-IN" sz="3200" spc="-1" strike="noStrike"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Examine the Reasons to invent a new Language.</a:t>
            </a:r>
            <a:endParaRPr b="0" lang="en-IN" sz="3200" spc="-1" strike="noStrike"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4040" y="16560"/>
            <a:ext cx="10080360" cy="566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Noto Sans"/>
              </a:rPr>
              <a:t>Reasons for new Language</a:t>
            </a:r>
            <a:endParaRPr b="0" lang="en-IN" sz="4400" spc="-1" strike="noStrike">
              <a:latin typeface="Noto Sans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 fontScale="9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Overcome the limitations of existing Language.</a:t>
            </a:r>
            <a:endParaRPr b="0" lang="en-IN" sz="3200" spc="-1" strike="noStrike"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Fulfill the needs of new Technologies.</a:t>
            </a:r>
            <a:endParaRPr b="0" lang="en-IN" sz="3200" spc="-1" strike="noStrike"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Big Programming Organizations decison.</a:t>
            </a:r>
            <a:endParaRPr b="0" lang="en-IN" sz="3200" spc="-1" strike="noStrike"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Personal project.</a:t>
            </a:r>
            <a:endParaRPr b="0" lang="en-IN" sz="3200" spc="-1" strike="noStrike"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4400" spc="-1" strike="noStrike">
                <a:latin typeface="Noto Sans"/>
              </a:rPr>
              <a:t>Conclusions</a:t>
            </a:r>
            <a:endParaRPr b="0" lang="en-IN" sz="4400" spc="-1" strike="noStrike">
              <a:latin typeface="Noto Sans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Programming Languages will keep appearing and disappering.</a:t>
            </a:r>
            <a:endParaRPr b="0" lang="en-IN" sz="3200" spc="-1" strike="noStrike">
              <a:latin typeface="Noto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Noto Sans"/>
              </a:rPr>
              <a:t>We should know the use cases of Language before adopting it.</a:t>
            </a:r>
            <a:endParaRPr b="0" lang="en-IN" sz="3200" spc="-1" strike="noStrike"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 txBox="1"/>
          <p:nvPr/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3200" spc="-1" strike="noStrike">
                <a:latin typeface="Noto Sans"/>
              </a:rPr>
              <a:t>Jaikaran saini</a:t>
            </a:r>
            <a:endParaRPr b="0" lang="en-IN" sz="3200" spc="-1" strike="noStrike">
              <a:latin typeface="Noto Sans"/>
            </a:endParaRPr>
          </a:p>
          <a:p>
            <a:pPr algn="ctr"/>
            <a:r>
              <a:rPr b="0" lang="en-IN" sz="2200" spc="-1" strike="noStrike">
                <a:latin typeface="Noto Sans"/>
              </a:rPr>
              <a:t>B.Tech (CSE)</a:t>
            </a:r>
            <a:endParaRPr b="0" lang="en-IN" sz="2200" spc="-1" strike="noStrike">
              <a:latin typeface="Noto Sans"/>
            </a:endParaRPr>
          </a:p>
          <a:p>
            <a:pPr algn="ctr"/>
            <a:r>
              <a:rPr b="0" lang="en-IN" sz="2200" spc="-1" strike="noStrike">
                <a:latin typeface="Noto Sans"/>
                <a:hlinkClick r:id="rId1"/>
              </a:rPr>
              <a:t>jaikrns@gmail.com</a:t>
            </a:r>
            <a:endParaRPr b="0" lang="en-IN" sz="2200" spc="-1" strike="noStrike">
              <a:latin typeface="Noto Sans"/>
            </a:endParaRPr>
          </a:p>
          <a:p>
            <a:pPr algn="ctr"/>
            <a:r>
              <a:rPr b="0" lang="en-IN" sz="2200" spc="-1" strike="noStrike">
                <a:latin typeface="Noto Sans"/>
              </a:rPr>
              <a:t>https://github.com/jaikarans</a:t>
            </a:r>
            <a:endParaRPr b="0" lang="en-IN" sz="2200" spc="-1" strike="noStrike"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LibreOffice/7.1.6.2.0$Linux_X86_64 LibreOffice_project/10$Build-2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2021-10-24T12:28:26Z</dcterms:created>
  <dc:creator/>
  <dc:description/>
  <dc:language>en-IN</dc:language>
  <cp:lastModifiedBy/>
  <dcterms:modified xsi:type="dcterms:W3CDTF">2021-10-24T22:32:05Z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