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4.png" ContentType="image/png"/>
  <Override PartName="/ppt/media/image3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4.png" ContentType="image/png"/>
  <Override PartName="/ppt/media/image2.png" ContentType="image/png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56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670" spc="-1" strike="noStrike">
              <a:latin typeface="Noto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3640" y="1326240"/>
            <a:ext cx="9070560" cy="3287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56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670" spc="-1" strike="noStrike">
              <a:latin typeface="Noto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0560" cy="3287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56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670" spc="-1" strike="noStrike">
              <a:latin typeface="Noto San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6200" cy="3287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1600" y="1326240"/>
            <a:ext cx="4426200" cy="3287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56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670" spc="-1" strike="noStrike">
              <a:latin typeface="Noto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3640" y="225720"/>
            <a:ext cx="9070560" cy="4386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56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670" spc="-1" strike="noStrike">
              <a:latin typeface="Noto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62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1600" y="1326240"/>
            <a:ext cx="4426200" cy="3287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3640" y="3043440"/>
            <a:ext cx="44262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56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670" spc="-1" strike="noStrike">
              <a:latin typeface="Noto San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6200" cy="3287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1600" y="1326240"/>
            <a:ext cx="44262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1600" y="3043440"/>
            <a:ext cx="44262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56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670" spc="-1" strike="noStrike">
              <a:latin typeface="Noto San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62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1600" y="1326240"/>
            <a:ext cx="44262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3640" y="3043440"/>
            <a:ext cx="907056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56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670" spc="-1" strike="noStrike">
              <a:latin typeface="Noto Sa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056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3640" y="3043440"/>
            <a:ext cx="907056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56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670" spc="-1" strike="noStrike">
              <a:latin typeface="Noto San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62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1600" y="1326240"/>
            <a:ext cx="44262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3640" y="3043440"/>
            <a:ext cx="44262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1600" y="3043440"/>
            <a:ext cx="44262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56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670" spc="-1" strike="noStrike">
              <a:latin typeface="Noto San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29203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0480" y="1326240"/>
            <a:ext cx="29203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6960" y="1326240"/>
            <a:ext cx="29203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3640" y="3043440"/>
            <a:ext cx="29203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0480" y="3043440"/>
            <a:ext cx="29203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6960" y="3043440"/>
            <a:ext cx="29203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56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670" spc="-1" strike="noStrike">
              <a:latin typeface="Noto Sans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503640" y="1326240"/>
            <a:ext cx="9070560" cy="3287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56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670" spc="-1" strike="noStrike">
              <a:latin typeface="Noto San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0560" cy="3287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56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670" spc="-1" strike="noStrike">
              <a:latin typeface="Noto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6200" cy="3287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5151600" y="1326240"/>
            <a:ext cx="4426200" cy="3287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56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670" spc="-1" strike="noStrike">
              <a:latin typeface="Noto Sans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503640" y="225720"/>
            <a:ext cx="9070560" cy="4386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56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670" spc="-1" strike="noStrike">
              <a:latin typeface="Noto Sans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62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5151600" y="1326240"/>
            <a:ext cx="4426200" cy="3287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503640" y="3043440"/>
            <a:ext cx="44262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56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670" spc="-1" strike="noStrike">
              <a:latin typeface="Noto San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6200" cy="3287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5151600" y="1326240"/>
            <a:ext cx="44262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5151600" y="3043440"/>
            <a:ext cx="44262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56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670" spc="-1" strike="noStrike">
              <a:latin typeface="Noto San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62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5151600" y="1326240"/>
            <a:ext cx="44262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503640" y="3043440"/>
            <a:ext cx="907056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56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670" spc="-1" strike="noStrike">
              <a:latin typeface="Noto Sans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056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03640" y="3043440"/>
            <a:ext cx="907056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56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670" spc="-1" strike="noStrike">
              <a:latin typeface="Noto San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62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5151600" y="1326240"/>
            <a:ext cx="44262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503640" y="3043440"/>
            <a:ext cx="44262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5151600" y="3043440"/>
            <a:ext cx="44262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56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670" spc="-1" strike="noStrike">
              <a:latin typeface="Noto Sans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29203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3570480" y="1326240"/>
            <a:ext cx="29203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636960" y="1326240"/>
            <a:ext cx="29203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503640" y="3043440"/>
            <a:ext cx="29203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3570480" y="3043440"/>
            <a:ext cx="29203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636960" y="3043440"/>
            <a:ext cx="29203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93451494-A8B2-4A1E-9B1F-59D7A32C9135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56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670" spc="-1" strike="noStrike">
                <a:latin typeface="Noto Sans"/>
              </a:rPr>
              <a:t>Click to edit the title text format</a:t>
            </a:r>
            <a:endParaRPr b="0" lang="en-IN" sz="4670" spc="-1" strike="noStrike">
              <a:latin typeface="Noto San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0560" cy="3287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Noto Sans"/>
              </a:rPr>
              <a:t>Click to edit the outline text format</a:t>
            </a:r>
            <a:endParaRPr b="0" lang="en-IN" sz="3200" spc="-1" strike="noStrike">
              <a:latin typeface="Noto Sans"/>
            </a:endParaRPr>
          </a:p>
          <a:p>
            <a:pPr lvl="1" marL="864000" indent="-324000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Noto Sans"/>
              </a:rPr>
              <a:t>Second Outline Level</a:t>
            </a:r>
            <a:endParaRPr b="0" lang="en-IN" sz="2800" spc="-1" strike="noStrike">
              <a:latin typeface="Noto Sans"/>
            </a:endParaRPr>
          </a:p>
          <a:p>
            <a:pPr lvl="2" marL="1296000" indent="-288000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Noto Sans"/>
              </a:rPr>
              <a:t>Third Outline Level</a:t>
            </a:r>
            <a:endParaRPr b="0" lang="en-IN" sz="2400" spc="-1" strike="noStrike">
              <a:latin typeface="Noto Sans"/>
            </a:endParaRPr>
          </a:p>
          <a:p>
            <a:pPr lvl="3" marL="1728000" indent="-216000"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Noto Sans"/>
              </a:rPr>
              <a:t>Fourth Outline Level</a:t>
            </a:r>
            <a:endParaRPr b="0" lang="en-IN" sz="2000" spc="-1" strike="noStrike">
              <a:latin typeface="Noto Sans"/>
            </a:endParaRPr>
          </a:p>
          <a:p>
            <a:pPr lvl="4" marL="2160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Noto Sans"/>
              </a:rPr>
              <a:t>Fifth Outline Level</a:t>
            </a:r>
            <a:endParaRPr b="0" lang="en-IN" sz="2000" spc="-1" strike="noStrike">
              <a:latin typeface="Noto Sans"/>
            </a:endParaRPr>
          </a:p>
          <a:p>
            <a:pPr lvl="5" marL="2592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Noto Sans"/>
              </a:rPr>
              <a:t>Sixth Outline Level</a:t>
            </a:r>
            <a:endParaRPr b="0" lang="en-IN" sz="2000" spc="-1" strike="noStrike">
              <a:latin typeface="Noto Sans"/>
            </a:endParaRPr>
          </a:p>
          <a:p>
            <a:pPr lvl="6" marL="3024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Noto Sans"/>
              </a:rPr>
              <a:t>Seventh Outline Level</a:t>
            </a:r>
            <a:endParaRPr b="0" lang="en-IN" sz="2000" spc="-1" strike="noStrike"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mailto:jaikrns@gmail.com" TargetMode="External"/><Relationship Id="rId2" Type="http://schemas.openxmlformats.org/officeDocument/2006/relationships/slideLayout" Target="../slideLayouts/slideLayout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Shape 1"/>
          <p:cNvSpPr txBox="1"/>
          <p:nvPr/>
        </p:nvSpPr>
        <p:spPr>
          <a:xfrm>
            <a:off x="504000" y="236196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IN" sz="6000" spc="-1" strike="noStrike">
                <a:latin typeface="Arial"/>
              </a:rPr>
              <a:t>ecommerce-point</a:t>
            </a:r>
            <a:endParaRPr b="0" lang="en-IN" sz="6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en-IN" sz="4400" spc="-1" strike="noStrike">
                <a:latin typeface="Arial"/>
              </a:rPr>
              <a:t>strategy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81" name="Line 2"/>
          <p:cNvSpPr/>
          <p:nvPr/>
        </p:nvSpPr>
        <p:spPr>
          <a:xfrm flipV="1">
            <a:off x="991080" y="1558440"/>
            <a:ext cx="0" cy="266400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Line 3"/>
          <p:cNvSpPr/>
          <p:nvPr/>
        </p:nvSpPr>
        <p:spPr>
          <a:xfrm flipH="1">
            <a:off x="991080" y="2088000"/>
            <a:ext cx="520920" cy="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Line 4"/>
          <p:cNvSpPr/>
          <p:nvPr/>
        </p:nvSpPr>
        <p:spPr>
          <a:xfrm flipH="1">
            <a:off x="991080" y="3024000"/>
            <a:ext cx="520920" cy="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Shape 5"/>
          <p:cNvSpPr txBox="1"/>
          <p:nvPr/>
        </p:nvSpPr>
        <p:spPr>
          <a:xfrm>
            <a:off x="1512000" y="1829880"/>
            <a:ext cx="3634200" cy="5461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IN" sz="3200" spc="-1" strike="noStrike">
                <a:latin typeface="Arial"/>
              </a:rPr>
              <a:t>Developing the API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85" name="TextShape 6"/>
          <p:cNvSpPr txBox="1"/>
          <p:nvPr/>
        </p:nvSpPr>
        <p:spPr>
          <a:xfrm>
            <a:off x="1549800" y="2765880"/>
            <a:ext cx="5025600" cy="5461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IN" sz="3200" spc="-1" strike="noStrike">
                <a:latin typeface="Arial"/>
              </a:rPr>
              <a:t>Developing The Client-App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en-IN" sz="4400" spc="-1" strike="noStrike">
                <a:latin typeface="Arial"/>
              </a:rPr>
              <a:t>API Fuctionalities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Adding Users</a:t>
            </a: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User Authentication</a:t>
            </a: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Using Encrypted passwords</a:t>
            </a: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Adding, removing, updating, finding products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2664000" y="288000"/>
            <a:ext cx="3096000" cy="3096000"/>
          </a:xfrm>
          <a:prstGeom prst="rect">
            <a:avLst/>
          </a:prstGeom>
          <a:ln>
            <a:noFill/>
          </a:ln>
        </p:spPr>
      </p:pic>
      <p:pic>
        <p:nvPicPr>
          <p:cNvPr id="89" name="" descr=""/>
          <p:cNvPicPr/>
          <p:nvPr/>
        </p:nvPicPr>
        <p:blipFill>
          <a:blip r:embed="rId2"/>
          <a:stretch/>
        </p:blipFill>
        <p:spPr>
          <a:xfrm>
            <a:off x="2160000" y="2808000"/>
            <a:ext cx="1440000" cy="1645920"/>
          </a:xfrm>
          <a:prstGeom prst="rect">
            <a:avLst/>
          </a:prstGeom>
          <a:ln>
            <a:noFill/>
          </a:ln>
        </p:spPr>
      </p:pic>
      <p:pic>
        <p:nvPicPr>
          <p:cNvPr id="90" name="" descr=""/>
          <p:cNvPicPr/>
          <p:nvPr/>
        </p:nvPicPr>
        <p:blipFill>
          <a:blip r:embed="rId3"/>
          <a:stretch/>
        </p:blipFill>
        <p:spPr>
          <a:xfrm>
            <a:off x="5616000" y="699120"/>
            <a:ext cx="1152000" cy="1316880"/>
          </a:xfrm>
          <a:prstGeom prst="rect">
            <a:avLst/>
          </a:prstGeom>
          <a:ln>
            <a:noFill/>
          </a:ln>
        </p:spPr>
      </p:pic>
      <p:pic>
        <p:nvPicPr>
          <p:cNvPr id="91" name="" descr=""/>
          <p:cNvPicPr/>
          <p:nvPr/>
        </p:nvPicPr>
        <p:blipFill>
          <a:blip r:embed="rId4"/>
          <a:stretch/>
        </p:blipFill>
        <p:spPr>
          <a:xfrm>
            <a:off x="432000" y="3528000"/>
            <a:ext cx="1197000" cy="1368000"/>
          </a:xfrm>
          <a:prstGeom prst="rect">
            <a:avLst/>
          </a:prstGeom>
          <a:ln>
            <a:noFill/>
          </a:ln>
        </p:spPr>
      </p:pic>
      <p:pic>
        <p:nvPicPr>
          <p:cNvPr id="92" name="" descr=""/>
          <p:cNvPicPr/>
          <p:nvPr/>
        </p:nvPicPr>
        <p:blipFill>
          <a:blip r:embed="rId5"/>
          <a:stretch/>
        </p:blipFill>
        <p:spPr>
          <a:xfrm>
            <a:off x="936000" y="257040"/>
            <a:ext cx="1728000" cy="1974960"/>
          </a:xfrm>
          <a:prstGeom prst="rect">
            <a:avLst/>
          </a:prstGeom>
          <a:ln>
            <a:noFill/>
          </a:ln>
        </p:spPr>
      </p:pic>
      <p:pic>
        <p:nvPicPr>
          <p:cNvPr id="93" name="" descr=""/>
          <p:cNvPicPr/>
          <p:nvPr/>
        </p:nvPicPr>
        <p:blipFill>
          <a:blip r:embed="rId6"/>
          <a:stretch/>
        </p:blipFill>
        <p:spPr>
          <a:xfrm>
            <a:off x="7749000" y="360000"/>
            <a:ext cx="1323000" cy="1512000"/>
          </a:xfrm>
          <a:prstGeom prst="rect">
            <a:avLst/>
          </a:prstGeom>
          <a:ln>
            <a:noFill/>
          </a:ln>
        </p:spPr>
      </p:pic>
      <p:pic>
        <p:nvPicPr>
          <p:cNvPr id="94" name="jwt-seeklogo.com.svg_0" descr=""/>
          <p:cNvPicPr/>
          <p:nvPr/>
        </p:nvPicPr>
        <p:blipFill>
          <a:blip r:embed="rId7"/>
          <a:stretch/>
        </p:blipFill>
        <p:spPr>
          <a:xfrm>
            <a:off x="4392000" y="3085560"/>
            <a:ext cx="1584000" cy="1810440"/>
          </a:xfrm>
          <a:prstGeom prst="rect">
            <a:avLst/>
          </a:prstGeom>
          <a:ln>
            <a:noFill/>
          </a:ln>
        </p:spPr>
      </p:pic>
      <p:pic>
        <p:nvPicPr>
          <p:cNvPr id="95" name="" descr=""/>
          <p:cNvPicPr/>
          <p:nvPr/>
        </p:nvPicPr>
        <p:blipFill>
          <a:blip r:embed="rId8"/>
          <a:stretch/>
        </p:blipFill>
        <p:spPr>
          <a:xfrm>
            <a:off x="6264000" y="2339640"/>
            <a:ext cx="3528000" cy="540360"/>
          </a:xfrm>
          <a:prstGeom prst="rect">
            <a:avLst/>
          </a:prstGeom>
          <a:ln>
            <a:noFill/>
          </a:ln>
        </p:spPr>
      </p:pic>
      <p:pic>
        <p:nvPicPr>
          <p:cNvPr id="96" name="" descr=""/>
          <p:cNvPicPr/>
          <p:nvPr/>
        </p:nvPicPr>
        <p:blipFill>
          <a:blip r:embed="rId9"/>
          <a:stretch/>
        </p:blipFill>
        <p:spPr>
          <a:xfrm>
            <a:off x="6369120" y="3636000"/>
            <a:ext cx="2990880" cy="9288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4068000" y="-216000"/>
            <a:ext cx="1944000" cy="1944000"/>
          </a:xfrm>
          <a:prstGeom prst="rect">
            <a:avLst/>
          </a:prstGeom>
          <a:ln>
            <a:noFill/>
          </a:ln>
        </p:spPr>
      </p:pic>
      <p:sp>
        <p:nvSpPr>
          <p:cNvPr id="98" name="Line 1"/>
          <p:cNvSpPr/>
          <p:nvPr/>
        </p:nvSpPr>
        <p:spPr>
          <a:xfrm flipV="1">
            <a:off x="1008000" y="1656000"/>
            <a:ext cx="8064360" cy="36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Line 2"/>
          <p:cNvSpPr/>
          <p:nvPr/>
        </p:nvSpPr>
        <p:spPr>
          <a:xfrm flipV="1">
            <a:off x="5040000" y="1224000"/>
            <a:ext cx="0" cy="43200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Line 3"/>
          <p:cNvSpPr/>
          <p:nvPr/>
        </p:nvSpPr>
        <p:spPr>
          <a:xfrm flipV="1">
            <a:off x="1026000" y="1656000"/>
            <a:ext cx="0" cy="43200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Line 4"/>
          <p:cNvSpPr/>
          <p:nvPr/>
        </p:nvSpPr>
        <p:spPr>
          <a:xfrm flipH="1" flipV="1">
            <a:off x="1008000" y="1656000"/>
            <a:ext cx="8064360" cy="36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Line 5"/>
          <p:cNvSpPr/>
          <p:nvPr/>
        </p:nvSpPr>
        <p:spPr>
          <a:xfrm flipV="1">
            <a:off x="9054000" y="1656000"/>
            <a:ext cx="0" cy="43200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Line 6"/>
          <p:cNvSpPr/>
          <p:nvPr/>
        </p:nvSpPr>
        <p:spPr>
          <a:xfrm flipV="1">
            <a:off x="5040000" y="1656000"/>
            <a:ext cx="0" cy="43200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Shape 7"/>
          <p:cNvSpPr txBox="1"/>
          <p:nvPr/>
        </p:nvSpPr>
        <p:spPr>
          <a:xfrm>
            <a:off x="4436280" y="2101680"/>
            <a:ext cx="12078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1" lang="en-IN" sz="1800" spc="-1" strike="noStrike">
                <a:latin typeface="Arial"/>
              </a:rPr>
              <a:t>Back-end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" name="TextShape 8"/>
          <p:cNvSpPr txBox="1"/>
          <p:nvPr/>
        </p:nvSpPr>
        <p:spPr>
          <a:xfrm>
            <a:off x="504000" y="2110680"/>
            <a:ext cx="100656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1" lang="en-IN" sz="1800" spc="-1" strike="noStrike">
                <a:latin typeface="Arial"/>
              </a:rPr>
              <a:t>Utilities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6" name="TextShape 9"/>
          <p:cNvSpPr txBox="1"/>
          <p:nvPr/>
        </p:nvSpPr>
        <p:spPr>
          <a:xfrm>
            <a:off x="8424000" y="2101680"/>
            <a:ext cx="12492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1" lang="en-IN" sz="1800" spc="-1" strike="noStrike">
                <a:latin typeface="Arial"/>
              </a:rPr>
              <a:t>Front-end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32000" y="2621160"/>
            <a:ext cx="360000" cy="411480"/>
          </a:xfrm>
          <a:prstGeom prst="rect">
            <a:avLst/>
          </a:prstGeom>
          <a:ln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432000" y="3744000"/>
            <a:ext cx="360000" cy="411480"/>
          </a:xfrm>
          <a:prstGeom prst="rect">
            <a:avLst/>
          </a:prstGeom>
          <a:ln>
            <a:noFill/>
          </a:ln>
        </p:spPr>
      </p:pic>
      <p:pic>
        <p:nvPicPr>
          <p:cNvPr id="109" name="" descr=""/>
          <p:cNvPicPr/>
          <p:nvPr/>
        </p:nvPicPr>
        <p:blipFill>
          <a:blip r:embed="rId4"/>
          <a:stretch/>
        </p:blipFill>
        <p:spPr>
          <a:xfrm>
            <a:off x="432000" y="3188520"/>
            <a:ext cx="360000" cy="411480"/>
          </a:xfrm>
          <a:prstGeom prst="rect">
            <a:avLst/>
          </a:prstGeom>
          <a:ln>
            <a:noFill/>
          </a:ln>
        </p:spPr>
      </p:pic>
      <p:sp>
        <p:nvSpPr>
          <p:cNvPr id="110" name="TextShape 10"/>
          <p:cNvSpPr txBox="1"/>
          <p:nvPr/>
        </p:nvSpPr>
        <p:spPr>
          <a:xfrm>
            <a:off x="792000" y="2677680"/>
            <a:ext cx="123516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IN" sz="1800" spc="-1" strike="noStrike">
                <a:latin typeface="Arial"/>
              </a:rPr>
              <a:t>Nodemon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1" name="TextShape 11"/>
          <p:cNvSpPr txBox="1"/>
          <p:nvPr/>
        </p:nvSpPr>
        <p:spPr>
          <a:xfrm>
            <a:off x="792000" y="3757680"/>
            <a:ext cx="9792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IN" sz="1800" spc="-1" strike="noStrike">
                <a:latin typeface="Arial"/>
              </a:rPr>
              <a:t>Prettier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2" name="TextShape 12"/>
          <p:cNvSpPr txBox="1"/>
          <p:nvPr/>
        </p:nvSpPr>
        <p:spPr>
          <a:xfrm>
            <a:off x="792000" y="3188520"/>
            <a:ext cx="80388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IN" sz="1800" spc="-1" strike="noStrike">
                <a:latin typeface="Arial"/>
              </a:rPr>
              <a:t>Eslint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3" name="TextShape 13"/>
          <p:cNvSpPr txBox="1"/>
          <p:nvPr/>
        </p:nvSpPr>
        <p:spPr>
          <a:xfrm>
            <a:off x="793440" y="4261680"/>
            <a:ext cx="100656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IN" sz="1800" spc="-1" strike="noStrike">
                <a:latin typeface="Arial"/>
              </a:rPr>
              <a:t>Morgan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5"/>
          <a:stretch/>
        </p:blipFill>
        <p:spPr>
          <a:xfrm>
            <a:off x="4176000" y="2592000"/>
            <a:ext cx="360000" cy="411480"/>
          </a:xfrm>
          <a:prstGeom prst="rect">
            <a:avLst/>
          </a:prstGeom>
          <a:ln>
            <a:noFill/>
          </a:ln>
        </p:spPr>
      </p:pic>
      <p:sp>
        <p:nvSpPr>
          <p:cNvPr id="115" name="TextShape 14"/>
          <p:cNvSpPr txBox="1"/>
          <p:nvPr/>
        </p:nvSpPr>
        <p:spPr>
          <a:xfrm>
            <a:off x="4536000" y="2632320"/>
            <a:ext cx="126108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IN" sz="1800" spc="-1" strike="noStrike">
                <a:latin typeface="Arial"/>
              </a:rPr>
              <a:t>MongoDB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6"/>
          <a:stretch/>
        </p:blipFill>
        <p:spPr>
          <a:xfrm>
            <a:off x="4221000" y="3240000"/>
            <a:ext cx="315000" cy="360000"/>
          </a:xfrm>
          <a:prstGeom prst="rect">
            <a:avLst/>
          </a:prstGeom>
          <a:ln>
            <a:noFill/>
          </a:ln>
        </p:spPr>
      </p:pic>
      <p:sp>
        <p:nvSpPr>
          <p:cNvPr id="117" name="TextShape 15"/>
          <p:cNvSpPr txBox="1"/>
          <p:nvPr/>
        </p:nvSpPr>
        <p:spPr>
          <a:xfrm>
            <a:off x="4536000" y="3240000"/>
            <a:ext cx="13208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IN" sz="1800" spc="-1" strike="noStrike">
                <a:latin typeface="Arial"/>
              </a:rPr>
              <a:t>ExpressJs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118" name="jwt-seeklogo.com.svg" descr=""/>
          <p:cNvPicPr/>
          <p:nvPr/>
        </p:nvPicPr>
        <p:blipFill>
          <a:blip r:embed="rId7"/>
          <a:stretch/>
        </p:blipFill>
        <p:spPr>
          <a:xfrm>
            <a:off x="4176000" y="3764520"/>
            <a:ext cx="360000" cy="411480"/>
          </a:xfrm>
          <a:prstGeom prst="rect">
            <a:avLst/>
          </a:prstGeom>
          <a:ln>
            <a:noFill/>
          </a:ln>
        </p:spPr>
      </p:pic>
      <p:sp>
        <p:nvSpPr>
          <p:cNvPr id="119" name="TextShape 16"/>
          <p:cNvSpPr txBox="1"/>
          <p:nvPr/>
        </p:nvSpPr>
        <p:spPr>
          <a:xfrm>
            <a:off x="4536000" y="3816000"/>
            <a:ext cx="20642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IN" sz="1800" spc="-1" strike="noStrike">
                <a:latin typeface="Arial"/>
              </a:rPr>
              <a:t>JSON Web Token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0" name="TextShape 17"/>
          <p:cNvSpPr txBox="1"/>
          <p:nvPr/>
        </p:nvSpPr>
        <p:spPr>
          <a:xfrm>
            <a:off x="4551840" y="4320000"/>
            <a:ext cx="132516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IN" sz="1800" spc="-1" strike="noStrike">
                <a:latin typeface="Arial"/>
              </a:rPr>
              <a:t>Mongoose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1" name="TextShape 18"/>
          <p:cNvSpPr txBox="1"/>
          <p:nvPr/>
        </p:nvSpPr>
        <p:spPr>
          <a:xfrm>
            <a:off x="4536000" y="4765680"/>
            <a:ext cx="86652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IN" sz="1800" spc="-1" strike="noStrike">
                <a:latin typeface="Arial"/>
              </a:rPr>
              <a:t>Multer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8"/>
          <a:stretch/>
        </p:blipFill>
        <p:spPr>
          <a:xfrm>
            <a:off x="7992000" y="2604240"/>
            <a:ext cx="1800000" cy="275760"/>
          </a:xfrm>
          <a:prstGeom prst="rect">
            <a:avLst/>
          </a:prstGeom>
          <a:ln>
            <a:noFill/>
          </a:ln>
        </p:spPr>
      </p:pic>
      <p:pic>
        <p:nvPicPr>
          <p:cNvPr id="123" name="" descr=""/>
          <p:cNvPicPr/>
          <p:nvPr/>
        </p:nvPicPr>
        <p:blipFill>
          <a:blip r:embed="rId9"/>
          <a:stretch/>
        </p:blipFill>
        <p:spPr>
          <a:xfrm>
            <a:off x="7920000" y="3175200"/>
            <a:ext cx="1368000" cy="424800"/>
          </a:xfrm>
          <a:prstGeom prst="rect">
            <a:avLst/>
          </a:prstGeom>
          <a:ln>
            <a:noFill/>
          </a:ln>
        </p:spPr>
      </p:pic>
      <p:sp>
        <p:nvSpPr>
          <p:cNvPr id="124" name="TextShape 19"/>
          <p:cNvSpPr txBox="1"/>
          <p:nvPr/>
        </p:nvSpPr>
        <p:spPr>
          <a:xfrm>
            <a:off x="4536360" y="4765680"/>
            <a:ext cx="86652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IN" sz="1800" spc="-1" strike="noStrike">
                <a:latin typeface="Arial"/>
              </a:rPr>
              <a:t>Multer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5" name="TextShape 20"/>
          <p:cNvSpPr txBox="1"/>
          <p:nvPr/>
        </p:nvSpPr>
        <p:spPr>
          <a:xfrm>
            <a:off x="4536000" y="5184000"/>
            <a:ext cx="1296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IN" sz="1800" spc="-1" strike="noStrike">
                <a:latin typeface="Arial"/>
              </a:rPr>
              <a:t>Bcrypt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Shape 1"/>
          <p:cNvSpPr txBox="1"/>
          <p:nvPr/>
        </p:nvSpPr>
        <p:spPr>
          <a:xfrm>
            <a:off x="1440000" y="226080"/>
            <a:ext cx="8135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en-IN" sz="4400" spc="-1" strike="noStrike">
                <a:latin typeface="Arial"/>
              </a:rPr>
              <a:t>MongoDB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27" name="TextShape 2"/>
          <p:cNvSpPr txBox="1"/>
          <p:nvPr/>
        </p:nvSpPr>
        <p:spPr>
          <a:xfrm>
            <a:off x="1440000" y="1326600"/>
            <a:ext cx="8135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OpenSource NoSQL Database</a:t>
            </a: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Stores JSON Like Documents</a:t>
            </a:r>
            <a:endParaRPr b="0" lang="en-IN" sz="3200" spc="-1" strike="noStrike"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549000" y="226080"/>
            <a:ext cx="810360" cy="9259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Shape 1"/>
          <p:cNvSpPr txBox="1"/>
          <p:nvPr/>
        </p:nvSpPr>
        <p:spPr>
          <a:xfrm>
            <a:off x="1440000" y="226080"/>
            <a:ext cx="8135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en-IN" sz="4400" spc="-1" strike="noStrike">
                <a:latin typeface="Arial"/>
              </a:rPr>
              <a:t>ExpressJs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30" name="TextShape 2"/>
          <p:cNvSpPr txBox="1"/>
          <p:nvPr/>
        </p:nvSpPr>
        <p:spPr>
          <a:xfrm>
            <a:off x="1440000" y="1326600"/>
            <a:ext cx="8135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Backend Web Application Framework for NodeJs</a:t>
            </a: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Defines API Routes and Their behavior</a:t>
            </a:r>
            <a:endParaRPr b="0" lang="en-IN" sz="3200" spc="-1" strike="noStrike"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549000" y="226080"/>
            <a:ext cx="810360" cy="9259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en-IN" sz="4400" spc="-1" strike="noStrike">
                <a:latin typeface="Arial"/>
              </a:rPr>
              <a:t>Mongoose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33" name="TextShape 2"/>
          <p:cNvSpPr txBox="1"/>
          <p:nvPr/>
        </p:nvSpPr>
        <p:spPr>
          <a:xfrm>
            <a:off x="1440000" y="1326600"/>
            <a:ext cx="8135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Library to connect MongoDB with Expressjs</a:t>
            </a: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It Provides Object Data Modeling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Shape 1"/>
          <p:cNvSpPr txBox="1"/>
          <p:nvPr/>
        </p:nvSpPr>
        <p:spPr>
          <a:xfrm>
            <a:off x="1440000" y="226080"/>
            <a:ext cx="8135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en-IN" sz="4400" spc="-1" strike="noStrike">
                <a:latin typeface="Arial"/>
              </a:rPr>
              <a:t>JSON Web Token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35" name="TextShape 2"/>
          <p:cNvSpPr txBox="1"/>
          <p:nvPr/>
        </p:nvSpPr>
        <p:spPr>
          <a:xfrm>
            <a:off x="1440000" y="1326600"/>
            <a:ext cx="8135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Internet Standard for creating data with Signature</a:t>
            </a: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Helps with authentication</a:t>
            </a:r>
            <a:endParaRPr b="0" lang="en-IN" sz="3200" spc="-1" strike="noStrike">
              <a:latin typeface="Arial"/>
            </a:endParaRPr>
          </a:p>
        </p:txBody>
      </p:sp>
      <p:pic>
        <p:nvPicPr>
          <p:cNvPr id="136" name="jwt-seeklogo.com.svg" descr=""/>
          <p:cNvPicPr/>
          <p:nvPr/>
        </p:nvPicPr>
        <p:blipFill>
          <a:blip r:embed="rId1"/>
          <a:stretch/>
        </p:blipFill>
        <p:spPr>
          <a:xfrm>
            <a:off x="549000" y="226080"/>
            <a:ext cx="810360" cy="9259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en-IN" sz="4400" spc="-1" strike="noStrike">
                <a:latin typeface="Arial"/>
              </a:rPr>
              <a:t>bcrypt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38" name="TextShape 2"/>
          <p:cNvSpPr txBox="1"/>
          <p:nvPr/>
        </p:nvSpPr>
        <p:spPr>
          <a:xfrm>
            <a:off x="1440000" y="1326600"/>
            <a:ext cx="8135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Library to support password hashing</a:t>
            </a: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It Provides password hashing function</a:t>
            </a: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It provides function to validate hash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en-IN" sz="4400" spc="-1" strike="noStrike">
                <a:latin typeface="Arial"/>
              </a:rPr>
              <a:t>Multer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40" name="TextShape 2"/>
          <p:cNvSpPr txBox="1"/>
          <p:nvPr/>
        </p:nvSpPr>
        <p:spPr>
          <a:xfrm>
            <a:off x="1440000" y="1326600"/>
            <a:ext cx="8135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NodeJs Middleware for handling form-data </a:t>
            </a: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Primary used for uploading files</a:t>
            </a: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" descr=""/>
          <p:cNvPicPr/>
          <p:nvPr/>
        </p:nvPicPr>
        <p:blipFill>
          <a:blip r:embed="rId1"/>
          <a:stretch/>
        </p:blipFill>
        <p:spPr>
          <a:xfrm>
            <a:off x="540360" y="-15840"/>
            <a:ext cx="8697960" cy="5669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1440000" y="1326600"/>
            <a:ext cx="8135640" cy="169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Promise based HTTP client for the browser and node.js</a:t>
            </a: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IN" sz="3200" spc="-1" strike="noStrike">
              <a:latin typeface="Arial"/>
            </a:endParaRPr>
          </a:p>
        </p:txBody>
      </p:sp>
      <p:pic>
        <p:nvPicPr>
          <p:cNvPr id="143" name="" descr=""/>
          <p:cNvPicPr/>
          <p:nvPr/>
        </p:nvPicPr>
        <p:blipFill>
          <a:blip r:embed="rId1"/>
          <a:stretch/>
        </p:blipFill>
        <p:spPr>
          <a:xfrm>
            <a:off x="549000" y="226080"/>
            <a:ext cx="3267000" cy="709920"/>
          </a:xfrm>
          <a:prstGeom prst="rect">
            <a:avLst/>
          </a:prstGeom>
          <a:ln>
            <a:noFill/>
          </a:ln>
        </p:spPr>
      </p:pic>
      <p:pic>
        <p:nvPicPr>
          <p:cNvPr id="144" name="" descr=""/>
          <p:cNvPicPr/>
          <p:nvPr/>
        </p:nvPicPr>
        <p:blipFill>
          <a:blip r:embed="rId2"/>
          <a:stretch/>
        </p:blipFill>
        <p:spPr>
          <a:xfrm>
            <a:off x="621000" y="3096000"/>
            <a:ext cx="2691000" cy="925920"/>
          </a:xfrm>
          <a:prstGeom prst="rect">
            <a:avLst/>
          </a:prstGeom>
          <a:ln>
            <a:noFill/>
          </a:ln>
        </p:spPr>
      </p:pic>
      <p:sp>
        <p:nvSpPr>
          <p:cNvPr id="145" name="TextShape 2"/>
          <p:cNvSpPr txBox="1"/>
          <p:nvPr/>
        </p:nvSpPr>
        <p:spPr>
          <a:xfrm>
            <a:off x="1440360" y="1326960"/>
            <a:ext cx="8135640" cy="169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Promise based HTTP client for the browser and node.js</a:t>
            </a: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146" name="TextShape 3"/>
          <p:cNvSpPr txBox="1"/>
          <p:nvPr/>
        </p:nvSpPr>
        <p:spPr>
          <a:xfrm>
            <a:off x="1512000" y="3960000"/>
            <a:ext cx="8135640" cy="12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69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Promise based HTTP client for the browser and node.js</a:t>
            </a:r>
            <a:endParaRPr b="0" lang="en-IN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Shape 1"/>
          <p:cNvSpPr txBox="1"/>
          <p:nvPr/>
        </p:nvSpPr>
        <p:spPr>
          <a:xfrm>
            <a:off x="503640" y="225720"/>
            <a:ext cx="9070560" cy="438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IN" sz="3200" spc="-1" strike="noStrike">
                <a:latin typeface="Noto Sans"/>
              </a:rPr>
              <a:t>Jaikaran saini</a:t>
            </a:r>
            <a:endParaRPr b="0" lang="en-IN" sz="3200" spc="-1" strike="noStrike">
              <a:latin typeface="Noto Sans"/>
            </a:endParaRPr>
          </a:p>
          <a:p>
            <a:pPr algn="ctr"/>
            <a:r>
              <a:rPr b="0" lang="en-IN" sz="2200" spc="-1" strike="noStrike">
                <a:latin typeface="Noto Sans"/>
              </a:rPr>
              <a:t>B.Tech (CSE)</a:t>
            </a:r>
            <a:endParaRPr b="0" lang="en-IN" sz="2200" spc="-1" strike="noStrike">
              <a:latin typeface="Noto Sans"/>
            </a:endParaRPr>
          </a:p>
          <a:p>
            <a:pPr algn="ctr"/>
            <a:r>
              <a:rPr b="0" lang="en-IN" sz="2200" spc="-1" strike="noStrike">
                <a:latin typeface="Noto Sans"/>
                <a:hlinkClick r:id="rId1"/>
              </a:rPr>
              <a:t>jaikrns@gmail.com</a:t>
            </a:r>
            <a:endParaRPr b="0" lang="en-IN" sz="2200" spc="-1" strike="noStrike">
              <a:latin typeface="Noto Sans"/>
            </a:endParaRPr>
          </a:p>
          <a:p>
            <a:pPr algn="ctr"/>
            <a:r>
              <a:rPr b="0" lang="en-IN" sz="2200" spc="-1" strike="noStrike">
                <a:latin typeface="Noto Sans"/>
              </a:rPr>
              <a:t>https://github.com/jaikarans</a:t>
            </a:r>
            <a:endParaRPr b="0" lang="en-IN" sz="2200" spc="-1" strike="noStrike"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2022-04-29T23:22:59Z</dcterms:created>
  <dc:creator/>
  <dc:description/>
  <dc:language>en-IN</dc:language>
  <cp:lastModifiedBy/>
  <dcterms:modified xsi:type="dcterms:W3CDTF">2022-05-01T15:33:13Z</dcterms:modified>
  <cp:revision>5</cp:revision>
  <dc:subject/>
  <dc:title/>
</cp:coreProperties>
</file>