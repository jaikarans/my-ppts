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0.png" ContentType="image/png"/>
  <Override PartName="/ppt/media/image5.png" ContentType="image/png"/>
  <Override PartName="/ppt/media/image4.png" ContentType="image/png"/>
  <Override PartName="/ppt/media/image3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1.png" ContentType="image/png"/>
  <Override PartName="/ppt/media/image24.png" ContentType="image/png"/>
  <Override PartName="/ppt/media/image2.png" ContentType="image/png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0080625" cy="567055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IN" sz="4400" spc="-1" strike="noStrike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7020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latin typeface="Arial"/>
              </a:rPr>
              <a:t>Click to edit the title text format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3640" y="1326240"/>
            <a:ext cx="9070200" cy="3287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latin typeface="Arial"/>
              </a:rPr>
              <a:t>Click to edit the outline text format</a:t>
            </a:r>
            <a:endParaRPr b="0" lang="en-IN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pc="-1" strike="noStrike">
                <a:latin typeface="Arial"/>
              </a:rPr>
              <a:t>Second Outline Level</a:t>
            </a:r>
            <a:endParaRPr b="0" lang="en-IN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latin typeface="Arial"/>
              </a:rPr>
              <a:t>Third Outline Level</a:t>
            </a:r>
            <a:endParaRPr b="0" lang="en-IN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1800" spc="-1" strike="noStrike">
                <a:latin typeface="Arial"/>
              </a:rPr>
              <a:t>Fourth Outline Level</a:t>
            </a:r>
            <a:endParaRPr b="0" lang="en-IN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latin typeface="Arial"/>
              </a:rPr>
              <a:t>Fifth Outline Level</a:t>
            </a:r>
            <a:endParaRPr b="0" lang="en-IN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latin typeface="Arial"/>
              </a:rPr>
              <a:t>Sixth Outline Level</a:t>
            </a:r>
            <a:endParaRPr b="0" lang="en-IN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800" spc="-1" strike="noStrike">
                <a:latin typeface="Arial"/>
              </a:rPr>
              <a:t>Seventh Outline Level</a:t>
            </a:r>
            <a:endParaRPr b="0" lang="en-IN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70200" cy="94572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latin typeface="Arial"/>
              </a:rPr>
              <a:t>Click to edit the title text format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IN" sz="4400" spc="-1" strike="noStrike">
                <a:latin typeface="Arial"/>
              </a:rPr>
              <a:t>Click to edit the title text format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slideLayout" Target="../slideLayouts/slideLayout1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slideLayout" Target="../slideLayouts/slideLayout1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mailto:jaikrns@gmail.com" TargetMode="External"/><Relationship Id="rId2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CustomShape 1"/>
          <p:cNvSpPr/>
          <p:nvPr/>
        </p:nvSpPr>
        <p:spPr>
          <a:xfrm>
            <a:off x="504000" y="2361960"/>
            <a:ext cx="9071280" cy="946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IN" sz="6000" spc="-1" strike="noStrike">
                <a:latin typeface="Arial"/>
              </a:rPr>
              <a:t>ecommerce-point</a:t>
            </a:r>
            <a:endParaRPr b="0" lang="en-IN" sz="6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CustomShape 1"/>
          <p:cNvSpPr/>
          <p:nvPr/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IN" sz="4400" spc="-1" strike="noStrike">
                <a:latin typeface="Arial"/>
              </a:rPr>
              <a:t>strategy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16" name="Line 2"/>
          <p:cNvSpPr/>
          <p:nvPr/>
        </p:nvSpPr>
        <p:spPr>
          <a:xfrm flipV="1">
            <a:off x="991080" y="1558440"/>
            <a:ext cx="0" cy="266400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Line 3"/>
          <p:cNvSpPr/>
          <p:nvPr/>
        </p:nvSpPr>
        <p:spPr>
          <a:xfrm flipH="1">
            <a:off x="991080" y="2088000"/>
            <a:ext cx="520920" cy="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8" name="Line 4"/>
          <p:cNvSpPr/>
          <p:nvPr/>
        </p:nvSpPr>
        <p:spPr>
          <a:xfrm flipH="1">
            <a:off x="991080" y="3024000"/>
            <a:ext cx="520920" cy="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CustomShape 5"/>
          <p:cNvSpPr/>
          <p:nvPr/>
        </p:nvSpPr>
        <p:spPr>
          <a:xfrm>
            <a:off x="1512000" y="1829880"/>
            <a:ext cx="3633840" cy="545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IN" sz="3200" spc="-1" strike="noStrike">
                <a:latin typeface="Arial"/>
              </a:rPr>
              <a:t>Developing the API</a:t>
            </a:r>
            <a:endParaRPr b="0" lang="en-IN" sz="3200" spc="-1" strike="noStrike">
              <a:latin typeface="Arial"/>
            </a:endParaRPr>
          </a:p>
        </p:txBody>
      </p:sp>
      <p:sp>
        <p:nvSpPr>
          <p:cNvPr id="120" name="CustomShape 6"/>
          <p:cNvSpPr/>
          <p:nvPr/>
        </p:nvSpPr>
        <p:spPr>
          <a:xfrm>
            <a:off x="1549800" y="2765880"/>
            <a:ext cx="5025240" cy="545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IN" sz="3200" spc="-1" strike="noStrike">
                <a:latin typeface="Arial"/>
              </a:rPr>
              <a:t>Developing The Client-App</a:t>
            </a:r>
            <a:endParaRPr b="0" lang="en-IN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CustomShape 1"/>
          <p:cNvSpPr/>
          <p:nvPr/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IN" sz="4400" spc="-1" strike="noStrike">
                <a:latin typeface="Arial"/>
              </a:rPr>
              <a:t>API Fuctionalities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22" name="CustomShape 2"/>
          <p:cNvSpPr/>
          <p:nvPr/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Adding Users</a:t>
            </a:r>
            <a:endParaRPr b="0" lang="en-IN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User Authentication</a:t>
            </a:r>
            <a:endParaRPr b="0" lang="en-IN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Using Encrypted passwords</a:t>
            </a:r>
            <a:endParaRPr b="0" lang="en-IN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Adding, removing, updating, finding products</a:t>
            </a:r>
            <a:endParaRPr b="0" lang="en-IN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" descr=""/>
          <p:cNvPicPr/>
          <p:nvPr/>
        </p:nvPicPr>
        <p:blipFill>
          <a:blip r:embed="rId1"/>
          <a:stretch/>
        </p:blipFill>
        <p:spPr>
          <a:xfrm>
            <a:off x="2664000" y="288000"/>
            <a:ext cx="3095640" cy="3095640"/>
          </a:xfrm>
          <a:prstGeom prst="rect">
            <a:avLst/>
          </a:prstGeom>
          <a:ln>
            <a:noFill/>
          </a:ln>
        </p:spPr>
      </p:pic>
      <p:pic>
        <p:nvPicPr>
          <p:cNvPr id="124" name="" descr=""/>
          <p:cNvPicPr/>
          <p:nvPr/>
        </p:nvPicPr>
        <p:blipFill>
          <a:blip r:embed="rId2"/>
          <a:stretch/>
        </p:blipFill>
        <p:spPr>
          <a:xfrm>
            <a:off x="2160000" y="2808000"/>
            <a:ext cx="1439640" cy="1645560"/>
          </a:xfrm>
          <a:prstGeom prst="rect">
            <a:avLst/>
          </a:prstGeom>
          <a:ln>
            <a:noFill/>
          </a:ln>
        </p:spPr>
      </p:pic>
      <p:pic>
        <p:nvPicPr>
          <p:cNvPr id="125" name="" descr=""/>
          <p:cNvPicPr/>
          <p:nvPr/>
        </p:nvPicPr>
        <p:blipFill>
          <a:blip r:embed="rId3"/>
          <a:stretch/>
        </p:blipFill>
        <p:spPr>
          <a:xfrm>
            <a:off x="5616000" y="699120"/>
            <a:ext cx="1151640" cy="1316520"/>
          </a:xfrm>
          <a:prstGeom prst="rect">
            <a:avLst/>
          </a:prstGeom>
          <a:ln>
            <a:noFill/>
          </a:ln>
        </p:spPr>
      </p:pic>
      <p:pic>
        <p:nvPicPr>
          <p:cNvPr id="126" name="" descr=""/>
          <p:cNvPicPr/>
          <p:nvPr/>
        </p:nvPicPr>
        <p:blipFill>
          <a:blip r:embed="rId4"/>
          <a:stretch/>
        </p:blipFill>
        <p:spPr>
          <a:xfrm>
            <a:off x="432000" y="3528000"/>
            <a:ext cx="1196640" cy="1367640"/>
          </a:xfrm>
          <a:prstGeom prst="rect">
            <a:avLst/>
          </a:prstGeom>
          <a:ln>
            <a:noFill/>
          </a:ln>
        </p:spPr>
      </p:pic>
      <p:pic>
        <p:nvPicPr>
          <p:cNvPr id="127" name="" descr=""/>
          <p:cNvPicPr/>
          <p:nvPr/>
        </p:nvPicPr>
        <p:blipFill>
          <a:blip r:embed="rId5"/>
          <a:stretch/>
        </p:blipFill>
        <p:spPr>
          <a:xfrm>
            <a:off x="936000" y="257040"/>
            <a:ext cx="1727640" cy="1974600"/>
          </a:xfrm>
          <a:prstGeom prst="rect">
            <a:avLst/>
          </a:prstGeom>
          <a:ln>
            <a:noFill/>
          </a:ln>
        </p:spPr>
      </p:pic>
      <p:pic>
        <p:nvPicPr>
          <p:cNvPr id="128" name="" descr=""/>
          <p:cNvPicPr/>
          <p:nvPr/>
        </p:nvPicPr>
        <p:blipFill>
          <a:blip r:embed="rId6"/>
          <a:stretch/>
        </p:blipFill>
        <p:spPr>
          <a:xfrm>
            <a:off x="7749000" y="360000"/>
            <a:ext cx="1322640" cy="1511640"/>
          </a:xfrm>
          <a:prstGeom prst="rect">
            <a:avLst/>
          </a:prstGeom>
          <a:ln>
            <a:noFill/>
          </a:ln>
        </p:spPr>
      </p:pic>
      <p:pic>
        <p:nvPicPr>
          <p:cNvPr id="129" name="jwt-seeklogo.com.svg_0" descr=""/>
          <p:cNvPicPr/>
          <p:nvPr/>
        </p:nvPicPr>
        <p:blipFill>
          <a:blip r:embed="rId7"/>
          <a:stretch/>
        </p:blipFill>
        <p:spPr>
          <a:xfrm>
            <a:off x="4392000" y="3085560"/>
            <a:ext cx="1583640" cy="1810080"/>
          </a:xfrm>
          <a:prstGeom prst="rect">
            <a:avLst/>
          </a:prstGeom>
          <a:ln>
            <a:noFill/>
          </a:ln>
        </p:spPr>
      </p:pic>
      <p:pic>
        <p:nvPicPr>
          <p:cNvPr id="130" name="" descr=""/>
          <p:cNvPicPr/>
          <p:nvPr/>
        </p:nvPicPr>
        <p:blipFill>
          <a:blip r:embed="rId8"/>
          <a:stretch/>
        </p:blipFill>
        <p:spPr>
          <a:xfrm>
            <a:off x="6264000" y="2339640"/>
            <a:ext cx="3527640" cy="540000"/>
          </a:xfrm>
          <a:prstGeom prst="rect">
            <a:avLst/>
          </a:prstGeom>
          <a:ln>
            <a:noFill/>
          </a:ln>
        </p:spPr>
      </p:pic>
      <p:pic>
        <p:nvPicPr>
          <p:cNvPr id="131" name="" descr=""/>
          <p:cNvPicPr/>
          <p:nvPr/>
        </p:nvPicPr>
        <p:blipFill>
          <a:blip r:embed="rId9"/>
          <a:stretch/>
        </p:blipFill>
        <p:spPr>
          <a:xfrm>
            <a:off x="6369120" y="3636000"/>
            <a:ext cx="2990520" cy="9284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" descr=""/>
          <p:cNvPicPr/>
          <p:nvPr/>
        </p:nvPicPr>
        <p:blipFill>
          <a:blip r:embed="rId1"/>
          <a:stretch/>
        </p:blipFill>
        <p:spPr>
          <a:xfrm>
            <a:off x="4068000" y="-216000"/>
            <a:ext cx="1943640" cy="1943640"/>
          </a:xfrm>
          <a:prstGeom prst="rect">
            <a:avLst/>
          </a:prstGeom>
          <a:ln>
            <a:noFill/>
          </a:ln>
        </p:spPr>
      </p:pic>
      <p:sp>
        <p:nvSpPr>
          <p:cNvPr id="133" name="Line 1"/>
          <p:cNvSpPr/>
          <p:nvPr/>
        </p:nvSpPr>
        <p:spPr>
          <a:xfrm flipV="1">
            <a:off x="1008000" y="1656000"/>
            <a:ext cx="8064360" cy="36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Line 2"/>
          <p:cNvSpPr/>
          <p:nvPr/>
        </p:nvSpPr>
        <p:spPr>
          <a:xfrm flipV="1">
            <a:off x="5040000" y="1224000"/>
            <a:ext cx="0" cy="43200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Line 3"/>
          <p:cNvSpPr/>
          <p:nvPr/>
        </p:nvSpPr>
        <p:spPr>
          <a:xfrm flipV="1">
            <a:off x="1026000" y="1656000"/>
            <a:ext cx="0" cy="43200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Line 4"/>
          <p:cNvSpPr/>
          <p:nvPr/>
        </p:nvSpPr>
        <p:spPr>
          <a:xfrm flipH="1" flipV="1">
            <a:off x="1008000" y="1656000"/>
            <a:ext cx="8064360" cy="36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Line 5"/>
          <p:cNvSpPr/>
          <p:nvPr/>
        </p:nvSpPr>
        <p:spPr>
          <a:xfrm flipV="1">
            <a:off x="9054000" y="1656000"/>
            <a:ext cx="0" cy="43200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Line 6"/>
          <p:cNvSpPr/>
          <p:nvPr/>
        </p:nvSpPr>
        <p:spPr>
          <a:xfrm flipV="1">
            <a:off x="5040000" y="1656000"/>
            <a:ext cx="0" cy="43200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9" name="CustomShape 7"/>
          <p:cNvSpPr/>
          <p:nvPr/>
        </p:nvSpPr>
        <p:spPr>
          <a:xfrm>
            <a:off x="4436280" y="2101680"/>
            <a:ext cx="120744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Back-end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40" name="CustomShape 8"/>
          <p:cNvSpPr/>
          <p:nvPr/>
        </p:nvSpPr>
        <p:spPr>
          <a:xfrm>
            <a:off x="504000" y="2110680"/>
            <a:ext cx="100620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Utilities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41" name="CustomShape 9"/>
          <p:cNvSpPr/>
          <p:nvPr/>
        </p:nvSpPr>
        <p:spPr>
          <a:xfrm>
            <a:off x="8424000" y="2101680"/>
            <a:ext cx="124884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Front-end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42" name="" descr=""/>
          <p:cNvPicPr/>
          <p:nvPr/>
        </p:nvPicPr>
        <p:blipFill>
          <a:blip r:embed="rId2"/>
          <a:stretch/>
        </p:blipFill>
        <p:spPr>
          <a:xfrm>
            <a:off x="432000" y="2621160"/>
            <a:ext cx="359640" cy="411120"/>
          </a:xfrm>
          <a:prstGeom prst="rect">
            <a:avLst/>
          </a:prstGeom>
          <a:ln>
            <a:noFill/>
          </a:ln>
        </p:spPr>
      </p:pic>
      <p:pic>
        <p:nvPicPr>
          <p:cNvPr id="143" name="" descr=""/>
          <p:cNvPicPr/>
          <p:nvPr/>
        </p:nvPicPr>
        <p:blipFill>
          <a:blip r:embed="rId3"/>
          <a:stretch/>
        </p:blipFill>
        <p:spPr>
          <a:xfrm>
            <a:off x="432000" y="3744000"/>
            <a:ext cx="359640" cy="411120"/>
          </a:xfrm>
          <a:prstGeom prst="rect">
            <a:avLst/>
          </a:prstGeom>
          <a:ln>
            <a:noFill/>
          </a:ln>
        </p:spPr>
      </p:pic>
      <p:pic>
        <p:nvPicPr>
          <p:cNvPr id="144" name="" descr=""/>
          <p:cNvPicPr/>
          <p:nvPr/>
        </p:nvPicPr>
        <p:blipFill>
          <a:blip r:embed="rId4"/>
          <a:stretch/>
        </p:blipFill>
        <p:spPr>
          <a:xfrm>
            <a:off x="432000" y="3188520"/>
            <a:ext cx="359640" cy="411120"/>
          </a:xfrm>
          <a:prstGeom prst="rect">
            <a:avLst/>
          </a:prstGeom>
          <a:ln>
            <a:noFill/>
          </a:ln>
        </p:spPr>
      </p:pic>
      <p:sp>
        <p:nvSpPr>
          <p:cNvPr id="145" name="CustomShape 10"/>
          <p:cNvSpPr/>
          <p:nvPr/>
        </p:nvSpPr>
        <p:spPr>
          <a:xfrm>
            <a:off x="792000" y="2677680"/>
            <a:ext cx="123480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Nodemon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46" name="CustomShape 11"/>
          <p:cNvSpPr/>
          <p:nvPr/>
        </p:nvSpPr>
        <p:spPr>
          <a:xfrm>
            <a:off x="792000" y="3757680"/>
            <a:ext cx="97884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Prettier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47" name="CustomShape 12"/>
          <p:cNvSpPr/>
          <p:nvPr/>
        </p:nvSpPr>
        <p:spPr>
          <a:xfrm>
            <a:off x="792000" y="3188520"/>
            <a:ext cx="80352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Eslint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48" name="CustomShape 13"/>
          <p:cNvSpPr/>
          <p:nvPr/>
        </p:nvSpPr>
        <p:spPr>
          <a:xfrm>
            <a:off x="793440" y="4261680"/>
            <a:ext cx="100620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Morgan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49" name="" descr=""/>
          <p:cNvPicPr/>
          <p:nvPr/>
        </p:nvPicPr>
        <p:blipFill>
          <a:blip r:embed="rId5"/>
          <a:stretch/>
        </p:blipFill>
        <p:spPr>
          <a:xfrm>
            <a:off x="4176000" y="2592000"/>
            <a:ext cx="359640" cy="411120"/>
          </a:xfrm>
          <a:prstGeom prst="rect">
            <a:avLst/>
          </a:prstGeom>
          <a:ln>
            <a:noFill/>
          </a:ln>
        </p:spPr>
      </p:pic>
      <p:sp>
        <p:nvSpPr>
          <p:cNvPr id="150" name="CustomShape 14"/>
          <p:cNvSpPr/>
          <p:nvPr/>
        </p:nvSpPr>
        <p:spPr>
          <a:xfrm>
            <a:off x="4536000" y="2632320"/>
            <a:ext cx="126072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MongoDB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51" name="" descr=""/>
          <p:cNvPicPr/>
          <p:nvPr/>
        </p:nvPicPr>
        <p:blipFill>
          <a:blip r:embed="rId6"/>
          <a:stretch/>
        </p:blipFill>
        <p:spPr>
          <a:xfrm>
            <a:off x="4221000" y="3240000"/>
            <a:ext cx="314640" cy="359640"/>
          </a:xfrm>
          <a:prstGeom prst="rect">
            <a:avLst/>
          </a:prstGeom>
          <a:ln>
            <a:noFill/>
          </a:ln>
        </p:spPr>
      </p:pic>
      <p:sp>
        <p:nvSpPr>
          <p:cNvPr id="152" name="CustomShape 15"/>
          <p:cNvSpPr/>
          <p:nvPr/>
        </p:nvSpPr>
        <p:spPr>
          <a:xfrm>
            <a:off x="4536000" y="3240000"/>
            <a:ext cx="132048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ExpressJs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53" name="jwt-seeklogo.com.svg" descr=""/>
          <p:cNvPicPr/>
          <p:nvPr/>
        </p:nvPicPr>
        <p:blipFill>
          <a:blip r:embed="rId7"/>
          <a:stretch/>
        </p:blipFill>
        <p:spPr>
          <a:xfrm>
            <a:off x="4176000" y="3764520"/>
            <a:ext cx="359640" cy="411120"/>
          </a:xfrm>
          <a:prstGeom prst="rect">
            <a:avLst/>
          </a:prstGeom>
          <a:ln>
            <a:noFill/>
          </a:ln>
        </p:spPr>
      </p:pic>
      <p:sp>
        <p:nvSpPr>
          <p:cNvPr id="154" name="CustomShape 16"/>
          <p:cNvSpPr/>
          <p:nvPr/>
        </p:nvSpPr>
        <p:spPr>
          <a:xfrm>
            <a:off x="4536000" y="3816000"/>
            <a:ext cx="206388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JSON Web Token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55" name="CustomShape 17"/>
          <p:cNvSpPr/>
          <p:nvPr/>
        </p:nvSpPr>
        <p:spPr>
          <a:xfrm>
            <a:off x="4551840" y="4320000"/>
            <a:ext cx="132480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Mongoose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56" name="CustomShape 18"/>
          <p:cNvSpPr/>
          <p:nvPr/>
        </p:nvSpPr>
        <p:spPr>
          <a:xfrm>
            <a:off x="4536000" y="4765680"/>
            <a:ext cx="86616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Multer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8"/>
          <a:stretch/>
        </p:blipFill>
        <p:spPr>
          <a:xfrm>
            <a:off x="7992000" y="2604240"/>
            <a:ext cx="1799640" cy="275400"/>
          </a:xfrm>
          <a:prstGeom prst="rect">
            <a:avLst/>
          </a:prstGeom>
          <a:ln>
            <a:noFill/>
          </a:ln>
        </p:spPr>
      </p:pic>
      <p:pic>
        <p:nvPicPr>
          <p:cNvPr id="158" name="" descr=""/>
          <p:cNvPicPr/>
          <p:nvPr/>
        </p:nvPicPr>
        <p:blipFill>
          <a:blip r:embed="rId9"/>
          <a:stretch/>
        </p:blipFill>
        <p:spPr>
          <a:xfrm>
            <a:off x="7920000" y="3175200"/>
            <a:ext cx="1367640" cy="424440"/>
          </a:xfrm>
          <a:prstGeom prst="rect">
            <a:avLst/>
          </a:prstGeom>
          <a:ln>
            <a:noFill/>
          </a:ln>
        </p:spPr>
      </p:pic>
      <p:sp>
        <p:nvSpPr>
          <p:cNvPr id="159" name="CustomShape 19"/>
          <p:cNvSpPr/>
          <p:nvPr/>
        </p:nvSpPr>
        <p:spPr>
          <a:xfrm>
            <a:off x="4536360" y="4765680"/>
            <a:ext cx="86616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Multer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60" name="CustomShape 20"/>
          <p:cNvSpPr/>
          <p:nvPr/>
        </p:nvSpPr>
        <p:spPr>
          <a:xfrm>
            <a:off x="4536000" y="5184000"/>
            <a:ext cx="1295640" cy="34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1" lang="en-IN" sz="1800" spc="-1" strike="noStrike">
                <a:latin typeface="Arial"/>
              </a:rPr>
              <a:t>Bcrypt</a:t>
            </a:r>
            <a:endParaRPr b="0" lang="en-IN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CustomShape 1"/>
          <p:cNvSpPr/>
          <p:nvPr/>
        </p:nvSpPr>
        <p:spPr>
          <a:xfrm>
            <a:off x="1440000" y="226080"/>
            <a:ext cx="8135280" cy="946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IN" sz="4400" spc="-1" strike="noStrike">
                <a:latin typeface="Arial"/>
              </a:rPr>
              <a:t>MongoDB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62" name="CustomShape 2"/>
          <p:cNvSpPr/>
          <p:nvPr/>
        </p:nvSpPr>
        <p:spPr>
          <a:xfrm>
            <a:off x="1440000" y="1326600"/>
            <a:ext cx="8135280" cy="328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OpenSource NoSQL Database</a:t>
            </a:r>
            <a:endParaRPr b="0" lang="en-IN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Stores JSON Like Documents</a:t>
            </a:r>
            <a:endParaRPr b="0" lang="en-IN" sz="3200" spc="-1" strike="noStrike">
              <a:latin typeface="Arial"/>
            </a:endParaRPr>
          </a:p>
        </p:txBody>
      </p:sp>
      <p:pic>
        <p:nvPicPr>
          <p:cNvPr id="163" name="" descr=""/>
          <p:cNvPicPr/>
          <p:nvPr/>
        </p:nvPicPr>
        <p:blipFill>
          <a:blip r:embed="rId1"/>
          <a:stretch/>
        </p:blipFill>
        <p:spPr>
          <a:xfrm>
            <a:off x="549000" y="226080"/>
            <a:ext cx="810000" cy="92556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CustomShape 1"/>
          <p:cNvSpPr/>
          <p:nvPr/>
        </p:nvSpPr>
        <p:spPr>
          <a:xfrm>
            <a:off x="1440000" y="226080"/>
            <a:ext cx="8135280" cy="946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IN" sz="4400" spc="-1" strike="noStrike">
                <a:latin typeface="Arial"/>
              </a:rPr>
              <a:t>ExpressJs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1440000" y="1326600"/>
            <a:ext cx="8135280" cy="328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Backend Web Application Framework for NodeJs</a:t>
            </a:r>
            <a:endParaRPr b="0" lang="en-IN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Defines API Routes and Their behavior</a:t>
            </a:r>
            <a:endParaRPr b="0" lang="en-IN" sz="3200" spc="-1" strike="noStrike">
              <a:latin typeface="Arial"/>
            </a:endParaRPr>
          </a:p>
        </p:txBody>
      </p:sp>
      <p:pic>
        <p:nvPicPr>
          <p:cNvPr id="166" name="" descr=""/>
          <p:cNvPicPr/>
          <p:nvPr/>
        </p:nvPicPr>
        <p:blipFill>
          <a:blip r:embed="rId1"/>
          <a:stretch/>
        </p:blipFill>
        <p:spPr>
          <a:xfrm>
            <a:off x="549000" y="226080"/>
            <a:ext cx="810000" cy="92556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CustomShape 1"/>
          <p:cNvSpPr/>
          <p:nvPr/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IN" sz="4400" spc="-1" strike="noStrike">
                <a:latin typeface="Arial"/>
              </a:rPr>
              <a:t>Mongoose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68" name="CustomShape 2"/>
          <p:cNvSpPr/>
          <p:nvPr/>
        </p:nvSpPr>
        <p:spPr>
          <a:xfrm>
            <a:off x="1440000" y="1326600"/>
            <a:ext cx="8135280" cy="328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Library to connect MongoDB with Expressjs</a:t>
            </a:r>
            <a:endParaRPr b="0" lang="en-IN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It Provides Object Data Modeling</a:t>
            </a:r>
            <a:endParaRPr b="0" lang="en-IN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CustomShape 1"/>
          <p:cNvSpPr/>
          <p:nvPr/>
        </p:nvSpPr>
        <p:spPr>
          <a:xfrm>
            <a:off x="1440000" y="226080"/>
            <a:ext cx="8135280" cy="946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IN" sz="4400" spc="-1" strike="noStrike">
                <a:latin typeface="Arial"/>
              </a:rPr>
              <a:t>JSON Web Token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70" name="CustomShape 2"/>
          <p:cNvSpPr/>
          <p:nvPr/>
        </p:nvSpPr>
        <p:spPr>
          <a:xfrm>
            <a:off x="1440000" y="1326600"/>
            <a:ext cx="8135280" cy="328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Internet Standard for creating data with Signature</a:t>
            </a:r>
            <a:endParaRPr b="0" lang="en-IN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Helps with authentication</a:t>
            </a:r>
            <a:endParaRPr b="0" lang="en-IN" sz="3200" spc="-1" strike="noStrike">
              <a:latin typeface="Arial"/>
            </a:endParaRPr>
          </a:p>
        </p:txBody>
      </p:sp>
      <p:pic>
        <p:nvPicPr>
          <p:cNvPr id="171" name="jwt-seeklogo.com.svg" descr=""/>
          <p:cNvPicPr/>
          <p:nvPr/>
        </p:nvPicPr>
        <p:blipFill>
          <a:blip r:embed="rId1"/>
          <a:stretch/>
        </p:blipFill>
        <p:spPr>
          <a:xfrm>
            <a:off x="549000" y="226080"/>
            <a:ext cx="810000" cy="92556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CustomShape 1"/>
          <p:cNvSpPr/>
          <p:nvPr/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IN" sz="4400" spc="-1" strike="noStrike">
                <a:latin typeface="Arial"/>
              </a:rPr>
              <a:t>bcrypt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73" name="CustomShape 2"/>
          <p:cNvSpPr/>
          <p:nvPr/>
        </p:nvSpPr>
        <p:spPr>
          <a:xfrm>
            <a:off x="1440000" y="1326600"/>
            <a:ext cx="8135280" cy="328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Library to support password hashing</a:t>
            </a:r>
            <a:endParaRPr b="0" lang="en-IN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It Provides password hashing function</a:t>
            </a:r>
            <a:endParaRPr b="0" lang="en-IN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It provides function to validate hash</a:t>
            </a:r>
            <a:endParaRPr b="0" lang="en-IN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CustomShape 1"/>
          <p:cNvSpPr/>
          <p:nvPr/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IN" sz="4400" spc="-1" strike="noStrike">
                <a:latin typeface="Arial"/>
              </a:rPr>
              <a:t>Multer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75" name="CustomShape 2"/>
          <p:cNvSpPr/>
          <p:nvPr/>
        </p:nvSpPr>
        <p:spPr>
          <a:xfrm>
            <a:off x="1440000" y="1326600"/>
            <a:ext cx="8135280" cy="328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NodeJs Middleware for handling form-data </a:t>
            </a:r>
            <a:endParaRPr b="0" lang="en-IN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Primary used for uploading files</a:t>
            </a:r>
            <a:endParaRPr b="0" lang="en-IN" sz="32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61920" y="22320"/>
            <a:ext cx="10029960" cy="567036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CustomShape 1"/>
          <p:cNvSpPr/>
          <p:nvPr/>
        </p:nvSpPr>
        <p:spPr>
          <a:xfrm>
            <a:off x="1440000" y="1326600"/>
            <a:ext cx="8135280" cy="169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Promise based HTTP client for the browser and node.js</a:t>
            </a:r>
            <a:endParaRPr b="0" lang="en-IN" sz="32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3200" spc="-1" strike="noStrike">
              <a:latin typeface="Arial"/>
            </a:endParaRPr>
          </a:p>
        </p:txBody>
      </p:sp>
      <p:pic>
        <p:nvPicPr>
          <p:cNvPr id="178" name="" descr=""/>
          <p:cNvPicPr/>
          <p:nvPr/>
        </p:nvPicPr>
        <p:blipFill>
          <a:blip r:embed="rId1"/>
          <a:stretch/>
        </p:blipFill>
        <p:spPr>
          <a:xfrm>
            <a:off x="504000" y="802080"/>
            <a:ext cx="2979000" cy="565920"/>
          </a:xfrm>
          <a:prstGeom prst="rect">
            <a:avLst/>
          </a:prstGeom>
          <a:ln>
            <a:noFill/>
          </a:ln>
        </p:spPr>
      </p:pic>
      <p:pic>
        <p:nvPicPr>
          <p:cNvPr id="179" name="" descr=""/>
          <p:cNvPicPr/>
          <p:nvPr/>
        </p:nvPicPr>
        <p:blipFill>
          <a:blip r:embed="rId2"/>
          <a:stretch/>
        </p:blipFill>
        <p:spPr>
          <a:xfrm>
            <a:off x="621000" y="3096000"/>
            <a:ext cx="2690640" cy="925560"/>
          </a:xfrm>
          <a:prstGeom prst="rect">
            <a:avLst/>
          </a:prstGeom>
          <a:ln>
            <a:noFill/>
          </a:ln>
        </p:spPr>
      </p:pic>
      <p:sp>
        <p:nvSpPr>
          <p:cNvPr id="180" name="CustomShape 2"/>
          <p:cNvSpPr/>
          <p:nvPr/>
        </p:nvSpPr>
        <p:spPr>
          <a:xfrm>
            <a:off x="1440360" y="1326960"/>
            <a:ext cx="8135280" cy="169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Promise based HTTP client for the browser and node.js</a:t>
            </a:r>
            <a:endParaRPr b="0" lang="en-IN" sz="32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181" name="CustomShape 3"/>
          <p:cNvSpPr/>
          <p:nvPr/>
        </p:nvSpPr>
        <p:spPr>
          <a:xfrm>
            <a:off x="1512000" y="3960000"/>
            <a:ext cx="8135280" cy="1223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69000"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Promise based HTTP client for the browser and node.js</a:t>
            </a:r>
            <a:endParaRPr b="0" lang="en-IN" sz="32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N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CustomShape 1"/>
          <p:cNvSpPr/>
          <p:nvPr/>
        </p:nvSpPr>
        <p:spPr>
          <a:xfrm>
            <a:off x="503640" y="225720"/>
            <a:ext cx="9070200" cy="4385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IN" sz="3200" spc="-1" strike="noStrike">
                <a:latin typeface="Noto Sans"/>
              </a:rPr>
              <a:t>Jaikaran saini</a:t>
            </a:r>
            <a:endParaRPr b="0" lang="en-IN" sz="32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IN" sz="2200" spc="-1" strike="noStrike">
                <a:latin typeface="Noto Sans"/>
              </a:rPr>
              <a:t>B.Tech (CSE)</a:t>
            </a:r>
            <a:endParaRPr b="0" lang="en-IN" sz="22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IN" sz="2200" spc="-1" strike="noStrike" u="sng">
                <a:solidFill>
                  <a:srgbClr val="0000ff"/>
                </a:solidFill>
                <a:uFillTx/>
                <a:latin typeface="Noto Sans"/>
                <a:hlinkClick r:id="rId1"/>
              </a:rPr>
              <a:t>jaikrns@gmail.com</a:t>
            </a:r>
            <a:endParaRPr b="0" lang="en-IN" sz="22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IN" sz="2200" spc="-1" strike="noStrike">
                <a:solidFill>
                  <a:srgbClr val="0000ff"/>
                </a:solidFill>
                <a:latin typeface="Noto Sans"/>
              </a:rPr>
              <a:t>https://github.com/jaikarans</a:t>
            </a:r>
            <a:endParaRPr b="0" lang="en-IN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</TotalTime>
  <Application>LibreOffice/6.4.7.2$Linux_X86_64 LibreOffice_project/40$Build-2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2022-04-29T23:22:59Z</dcterms:created>
  <dc:creator/>
  <dc:description/>
  <dc:language>en-IN</dc:language>
  <cp:lastModifiedBy/>
  <dcterms:modified xsi:type="dcterms:W3CDTF">2022-05-03T15:13:08Z</dcterms:modified>
  <cp:revision>6</cp:revision>
  <dc:subject/>
  <dc:title/>
</cp:coreProperties>
</file>